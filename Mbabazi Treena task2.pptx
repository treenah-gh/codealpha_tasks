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657600" cy="365760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73883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threats before they reach you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Mbabazi Treena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1805391"/>
            <a:ext cx="430865" cy="4308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Phishing 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20208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scale, and why it matters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0" y="17373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icon_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831" y="1805391"/>
            <a:ext cx="430865" cy="4308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Phishing Emails &amp; Fake Sites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178040" y="20208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tell-tale red flags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icon_user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71" y="3314151"/>
            <a:ext cx="430865" cy="4308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172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35295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 attackers exploit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0" y="32461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3" descr="icon_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831" y="3314151"/>
            <a:ext cx="430865" cy="4308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78040" y="3172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Example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178040" y="35295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through an actual phishing attempt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7548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671" y="4822911"/>
            <a:ext cx="430865" cy="4308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4681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25880" y="50383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habits that stop most attacks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400800" y="47548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5" descr="icon_hel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831" y="4822911"/>
            <a:ext cx="430865" cy="43086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78040" y="4681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7178040" y="50383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you've learned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attack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an attacker pretends to be a trusted person or organization — a bank, a colleague, MTN MoMo support — to trick you into handing over credentials, money, or sensitive data.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a technical hack — it's a trick played on a person, which is exactly why awareness is the strongest defense.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69480" y="1508760"/>
            <a:ext cx="4343400" cy="4434840"/>
          </a:xfrm>
          <a:prstGeom prst="roundRect">
            <a:avLst>
              <a:gd name="adj" fmla="val 2526"/>
            </a:avLst>
          </a:prstGeom>
          <a:solidFill>
            <a:srgbClr val="012E33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8288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543800" y="27889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start with a phishing email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43800" y="3703320"/>
            <a:ext cx="3566160" cy="0"/>
          </a:xfrm>
          <a:prstGeom prst="line">
            <a:avLst/>
          </a:prstGeom>
          <a:noFill/>
          <a:ln w="12700">
            <a:solidFill>
              <a:srgbClr val="0F4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3886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billion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543800" y="437083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are sent worldwide every 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5120640"/>
            <a:ext cx="3566160" cy="0"/>
          </a:xfrm>
          <a:prstGeom prst="line">
            <a:avLst/>
          </a:prstGeom>
          <a:noFill/>
          <a:ln w="12700">
            <a:solidFill>
              <a:srgbClr val="0F4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53035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— including mobile money — are among the most impersonated sectors.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Doesn't Only Arrive by Email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_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222565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4747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invoices, account alerts, or “urgent” requests from a spoofed sender address.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_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842" y="222565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&amp; Vishing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39312" y="34747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SMS links or phone calls impersonating banks, telecoms, or MoMo support.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2784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47104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_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914" y="2225650"/>
            <a:ext cx="486461" cy="4864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01384" y="34747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 login pages designed to capture your username and password.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34856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09176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_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986" y="2225650"/>
            <a:ext cx="486461" cy="4864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63456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/ DMs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63456" y="34747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Impersonated accounts or “customer care” pages messaging you directly.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RECOGNIZING THREATS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in a Phishing Email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5" name="Image 0" descr="icon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726" y="1692006"/>
            <a:ext cx="291876" cy="2918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002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address looks almost right, but not quite (e.g. support@mtn-momo-verify.com)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359152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8" name="Image 1" descr="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26" y="2405238"/>
            <a:ext cx="291876" cy="2918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3134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urgency or fear — “your account will be suspended in 24 hours”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072384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1" name="Image 2" descr="icon_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26" y="3118470"/>
            <a:ext cx="291876" cy="2918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02666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like “Dear Customer” instead of your name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4" name="Image 3" descr="icon_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26" y="3831702"/>
            <a:ext cx="291876" cy="2918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73989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you to click a link or open an attachment to “verify” details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7" name="Image 4" descr="icon_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26" y="4544934"/>
            <a:ext cx="291876" cy="2918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44531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your PIN, password, or OTP — legitimate services never ask for these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0" name="Image 5" descr="icon_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726" y="5258166"/>
            <a:ext cx="291876" cy="29187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97280" y="51663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grammar, spelling mistakes, or inconsistent formatting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RECOGNIZING THREATS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a Fake Website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02631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11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Site Checklist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2697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starts with https:// and shows a padlock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474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34747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matches the official brand exactly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251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42519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unexpected pop-ups asking for credentials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" y="5029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34440" y="50292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branding, working links, no typos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1792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BEAEA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8" name="Image 1" descr="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2026310"/>
            <a:ext cx="382219" cy="38221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78040" y="2011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Site Warning Signs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37960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903720" y="2697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or altered domain (momo-ug.net vs mtn.co.ug)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537960" y="3474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903720" y="34747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padlock, or a security warning from the browser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537960" y="4251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903720" y="42519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 asks for PIN, full card number, or OTP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537960" y="5029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903720" y="50292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is unusually long or full of random characters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PSYCHOLOGY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don't hack systems first — they hack trust and emotion.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093B4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305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2196389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03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Fear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743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account will be locked in 1 hour” — pressure stops people from thinking carefully.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8745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093B40"/>
          </a:solidFill>
          <a:ln/>
        </p:spPr>
      </p:sp>
      <p:sp>
        <p:nvSpPr>
          <p:cNvPr id="11" name="Shape 8"/>
          <p:cNvSpPr/>
          <p:nvPr/>
        </p:nvSpPr>
        <p:spPr>
          <a:xfrm>
            <a:off x="6473952" y="21305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icon_user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789" y="2196389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103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73952" y="2743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manager, bank official, or IT support to make requests seem legitimate.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093B40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" y="43251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icon_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4390949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297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04672" y="49377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“See who viewed your profile” or fake prize notifications that tempt a click.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4069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093B40"/>
          </a:solidFill>
          <a:ln/>
        </p:spPr>
      </p:sp>
      <p:sp>
        <p:nvSpPr>
          <p:cNvPr id="21" name="Shape 16"/>
          <p:cNvSpPr/>
          <p:nvPr/>
        </p:nvSpPr>
        <p:spPr>
          <a:xfrm>
            <a:off x="6473952" y="43251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icon_hel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789" y="4390949"/>
            <a:ext cx="416966" cy="4169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297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Familiarity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73952" y="49377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a known contact or brand so the message feels safe to act on.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CASE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mobile-money phishing SMS, annotated: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4023360" cy="4160520"/>
          </a:xfrm>
          <a:prstGeom prst="roundRect">
            <a:avLst>
              <a:gd name="adj" fmla="val 4091"/>
            </a:avLst>
          </a:prstGeom>
          <a:solidFill>
            <a:srgbClr val="012E33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965960"/>
            <a:ext cx="3657600" cy="3794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103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MoMo Alert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2514600"/>
            <a:ext cx="3291840" cy="3063240"/>
          </a:xfrm>
          <a:prstGeom prst="roundRect">
            <a:avLst>
              <a:gd name="adj" fmla="val 1791"/>
            </a:avLst>
          </a:prstGeom>
          <a:solidFill>
            <a:srgbClr val="F0F4F4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69748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 your MoMo account has been TEMPORARILY SUSPENDED due to suspicious activity. Verify now to avoid permanent closure: bit.ly/momo-verify-ug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within 30 minutes.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57800" y="1828800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1" name="Image 0" descr="icon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1691" y="1872691"/>
            <a:ext cx="277978" cy="27797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60720" y="18013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“Dear Customer” — no personal name used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257800" y="2697480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4" name="Image 1" descr="icon_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691" y="2741371"/>
            <a:ext cx="277978" cy="27797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26700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CAPS + “suspended” creates urgency and fear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257800" y="3566160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7" name="Image 2" descr="icon_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691" y="3610051"/>
            <a:ext cx="277978" cy="27797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60720" y="35387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Shortened link hides the real, likely fake, destination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257800" y="4434840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0" name="Image 3" descr="icon_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691" y="4478731"/>
            <a:ext cx="277978" cy="2779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60720" y="44074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deadline pressures you to act without checking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257800" y="5349240"/>
            <a:ext cx="6172200" cy="685800"/>
          </a:xfrm>
          <a:prstGeom prst="roundRect">
            <a:avLst>
              <a:gd name="adj" fmla="val 10667"/>
            </a:avLst>
          </a:prstGeom>
          <a:solidFill>
            <a:srgbClr val="F2F7F7"/>
          </a:solidFill>
          <a:ln/>
        </p:spPr>
      </p:sp>
      <p:sp>
        <p:nvSpPr>
          <p:cNvPr id="23" name="Text 17"/>
          <p:cNvSpPr/>
          <p:nvPr/>
        </p:nvSpPr>
        <p:spPr>
          <a:xfrm>
            <a:off x="5440680" y="5394960"/>
            <a:ext cx="5806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instead: ignore the link, and contact MoMo through the official app or a number you already trust.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STAYING SAFE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Tips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icon_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17574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500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clicking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when a message feels urgent — that urgency is often the attack itself.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88536" y="1691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icon_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73" y="175747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88536" y="23500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real URL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288536" y="27432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or long-press to preview the actual destination before tapping.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028432" y="1691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2" descr="icon_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269" y="175747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28432" y="23500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OTPs or PINs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028432" y="27432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legitimate bank, telecom, or MoMo agent will ever ask for these.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3" descr="icon_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7" y="3906317"/>
            <a:ext cx="416966" cy="41696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44988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independently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48640" y="48920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organization using a number or app you already trust — not one from the message.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288536" y="3840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4" descr="icon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373" y="3906317"/>
            <a:ext cx="416966" cy="41696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288536" y="44988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extra protection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288536" y="48920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two-factor authentication wherever it's offered.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028432" y="3840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5" descr="icon_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4269" y="3906317"/>
            <a:ext cx="416966" cy="41696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028432" y="44988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delete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8028432" y="48920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 to IT/security and delete them — don't forward or reply.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QUICK QUIZ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each question as a group before revealing the answer on the next slide.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391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says your MoMo account is suspended and gives you 30 minutes to “verify” via a link. What should you do first?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560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the link immediately to avoid losing access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9443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Ignore the link and check your account through the official 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3284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Reply with your PIN to confirm it's really you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793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4251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the strongest sign of a fake website?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48006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page loads slowly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51846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domain is slightly misspelled and there's no padlock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55686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page uses a lot of images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QUICK QUIZ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" y="1980590"/>
            <a:ext cx="382219" cy="382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928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Answer: B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34440" y="23774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the link and check your account through the official app. Urgency and countdown deadlines are classic pressure tactics — verify independently, never through the link provided.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" y="3672230"/>
            <a:ext cx="382219" cy="3822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5844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Answer: B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234440" y="40690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misspelled domain with no padlock is the clearest technical red flag. Page speed and image count say nothing about legitimacy.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727862"/>
            <a:ext cx="555955" cy="5559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94360" y="254203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3500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targets people, not just systems — awareness is your first line of defense.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31089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91693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when a message feels urgent, scary, or too good to be true.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" y="3675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4838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PINs, passwords, or OTPs — no legitimate service asks for them.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4360" y="42428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0507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verify independently and report suspicious messages.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stay alert, stay safe.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2026-07-14T11:41:01Z</dcterms:created>
  <dcterms:modified xsi:type="dcterms:W3CDTF">2026-07-14T11:41:01Z</dcterms:modified>
</cp:coreProperties>
</file>